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Josefin Sans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0" roundtripDataSignature="AMtx7mgDbjv6O5QPSEGjHlT7ZHbKteNQ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JosefinSans-bold.fntdata"/><Relationship Id="rId12" Type="http://schemas.openxmlformats.org/officeDocument/2006/relationships/font" Target="fonts/Josefin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JosefinSans-boldItalic.fntdata"/><Relationship Id="rId14" Type="http://schemas.openxmlformats.org/officeDocument/2006/relationships/font" Target="fonts/JosefinSans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slide" Target="slides/slide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2.xml"/><Relationship Id="rId18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9"/>
          <p:cNvSpPr txBox="1"/>
          <p:nvPr>
            <p:ph type="title"/>
          </p:nvPr>
        </p:nvSpPr>
        <p:spPr>
          <a:xfrm>
            <a:off x="478950" y="1922950"/>
            <a:ext cx="48600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" name="Google Shape;10;p9"/>
          <p:cNvSpPr txBox="1"/>
          <p:nvPr>
            <p:ph idx="1" type="subTitle"/>
          </p:nvPr>
        </p:nvSpPr>
        <p:spPr>
          <a:xfrm>
            <a:off x="479050" y="2757125"/>
            <a:ext cx="4860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9"/>
          <p:cNvSpPr/>
          <p:nvPr/>
        </p:nvSpPr>
        <p:spPr>
          <a:xfrm rot="-10667561">
            <a:off x="305871" y="43963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"/>
          <p:cNvSpPr/>
          <p:nvPr/>
        </p:nvSpPr>
        <p:spPr>
          <a:xfrm rot="10800000">
            <a:off x="402459" y="43035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-272112" y="41591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9"/>
          <p:cNvSpPr/>
          <p:nvPr/>
        </p:nvSpPr>
        <p:spPr>
          <a:xfrm>
            <a:off x="5246676" y="48207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/>
          <p:nvPr/>
        </p:nvSpPr>
        <p:spPr>
          <a:xfrm>
            <a:off x="402451" y="39521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9"/>
          <p:cNvSpPr/>
          <p:nvPr/>
        </p:nvSpPr>
        <p:spPr>
          <a:xfrm>
            <a:off x="1153051" y="43906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/>
          <p:nvPr/>
        </p:nvSpPr>
        <p:spPr>
          <a:xfrm>
            <a:off x="2859751" y="47374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9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9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9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9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9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1" type="subTitle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2" type="subTitle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3" type="subTitle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4" type="subTitle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10"/>
          <p:cNvSpPr/>
          <p:nvPr/>
        </p:nvSpPr>
        <p:spPr>
          <a:xfrm flipH="1" rot="-10350985">
            <a:off x="6450155" y="-124771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0"/>
          <p:cNvSpPr/>
          <p:nvPr/>
        </p:nvSpPr>
        <p:spPr>
          <a:xfrm flipH="1">
            <a:off x="8345826" y="98462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0"/>
          <p:cNvSpPr/>
          <p:nvPr/>
        </p:nvSpPr>
        <p:spPr>
          <a:xfrm flipH="1">
            <a:off x="8977776" y="13254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0"/>
          <p:cNvSpPr/>
          <p:nvPr/>
        </p:nvSpPr>
        <p:spPr>
          <a:xfrm flipH="1">
            <a:off x="6236651" y="1883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0"/>
          <p:cNvSpPr/>
          <p:nvPr/>
        </p:nvSpPr>
        <p:spPr>
          <a:xfrm flipH="1">
            <a:off x="7070376" y="539299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0"/>
          <p:cNvSpPr/>
          <p:nvPr/>
        </p:nvSpPr>
        <p:spPr>
          <a:xfrm>
            <a:off x="7168769" y="-99365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/>
          <p:nvPr/>
        </p:nvSpPr>
        <p:spPr>
          <a:xfrm flipH="1" rot="10800000">
            <a:off x="7678176" y="-210266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/>
          <p:nvPr/>
        </p:nvSpPr>
        <p:spPr>
          <a:xfrm rot="10350985">
            <a:off x="-562292" y="-173408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/>
          <p:nvPr/>
        </p:nvSpPr>
        <p:spPr>
          <a:xfrm>
            <a:off x="823471" y="93598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/>
          <p:nvPr/>
        </p:nvSpPr>
        <p:spPr>
          <a:xfrm>
            <a:off x="256621" y="1276811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2997746" y="13973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"/>
          <p:cNvSpPr/>
          <p:nvPr/>
        </p:nvSpPr>
        <p:spPr>
          <a:xfrm>
            <a:off x="2164021" y="490661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/>
          <p:nvPr/>
        </p:nvSpPr>
        <p:spPr>
          <a:xfrm flipH="1">
            <a:off x="-353582" y="-148002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 rot="10800000">
            <a:off x="-402608" y="-258904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9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3328957" y="2343550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2" type="subTitle"/>
          </p:nvPr>
        </p:nvSpPr>
        <p:spPr>
          <a:xfrm>
            <a:off x="3482707" y="2662675"/>
            <a:ext cx="21786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subTitle"/>
          </p:nvPr>
        </p:nvSpPr>
        <p:spPr>
          <a:xfrm>
            <a:off x="791813" y="2343550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4" type="subTitle"/>
          </p:nvPr>
        </p:nvSpPr>
        <p:spPr>
          <a:xfrm>
            <a:off x="945563" y="2662675"/>
            <a:ext cx="21786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5" type="subTitle"/>
          </p:nvPr>
        </p:nvSpPr>
        <p:spPr>
          <a:xfrm>
            <a:off x="5866075" y="2343550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6" type="subTitle"/>
          </p:nvPr>
        </p:nvSpPr>
        <p:spPr>
          <a:xfrm>
            <a:off x="6019825" y="2662675"/>
            <a:ext cx="21786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/>
          <p:nvPr/>
        </p:nvSpPr>
        <p:spPr>
          <a:xfrm rot="10800000">
            <a:off x="2531291" y="4235323"/>
            <a:ext cx="5428956" cy="1009852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/>
          <p:nvPr/>
        </p:nvSpPr>
        <p:spPr>
          <a:xfrm rot="5400000">
            <a:off x="3108924" y="2854084"/>
            <a:ext cx="1442280" cy="3563817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3682950" y="4420625"/>
            <a:ext cx="2132100" cy="123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1"/>
          <p:cNvSpPr/>
          <p:nvPr/>
        </p:nvSpPr>
        <p:spPr>
          <a:xfrm flipH="1" rot="10800000">
            <a:off x="3968688" y="40718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/>
          <p:nvPr/>
        </p:nvSpPr>
        <p:spPr>
          <a:xfrm flipH="1" rot="10800000">
            <a:off x="5921426" y="4554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1"/>
          <p:cNvSpPr/>
          <p:nvPr/>
        </p:nvSpPr>
        <p:spPr>
          <a:xfrm flipH="1" rot="10800000">
            <a:off x="1267213" y="45217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/>
          <p:nvPr/>
        </p:nvSpPr>
        <p:spPr>
          <a:xfrm flipH="1" rot="10800000">
            <a:off x="8100026" y="47529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/>
          <p:nvPr/>
        </p:nvSpPr>
        <p:spPr>
          <a:xfrm flipH="1" rot="10800000">
            <a:off x="6505813" y="485159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1"/>
          <p:cNvSpPr/>
          <p:nvPr/>
        </p:nvSpPr>
        <p:spPr>
          <a:xfrm flipH="1" rot="10800000">
            <a:off x="1985676" y="410423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" type="subTitle"/>
          </p:nvPr>
        </p:nvSpPr>
        <p:spPr>
          <a:xfrm>
            <a:off x="2115575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5" name="Google Shape;65;p12"/>
          <p:cNvSpPr txBox="1"/>
          <p:nvPr>
            <p:ph idx="2" type="subTitle"/>
          </p:nvPr>
        </p:nvSpPr>
        <p:spPr>
          <a:xfrm>
            <a:off x="2016350" y="2145400"/>
            <a:ext cx="5111400" cy="17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2"/>
          <p:cNvSpPr/>
          <p:nvPr/>
        </p:nvSpPr>
        <p:spPr>
          <a:xfrm flipH="1">
            <a:off x="-178543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2"/>
          <p:cNvSpPr/>
          <p:nvPr/>
        </p:nvSpPr>
        <p:spPr>
          <a:xfrm flipH="1" rot="10800000">
            <a:off x="-278322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/>
          <p:nvPr/>
        </p:nvSpPr>
        <p:spPr>
          <a:xfrm rot="-10484947">
            <a:off x="-734940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/>
          <p:nvPr/>
        </p:nvSpPr>
        <p:spPr>
          <a:xfrm flipH="1" rot="10800000">
            <a:off x="17222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/>
          <p:nvPr/>
        </p:nvSpPr>
        <p:spPr>
          <a:xfrm flipH="1" rot="10800000">
            <a:off x="832326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/>
          <p:nvPr/>
        </p:nvSpPr>
        <p:spPr>
          <a:xfrm flipH="1" rot="10800000">
            <a:off x="61551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5069450" y="2590588"/>
            <a:ext cx="28848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2" type="subTitle"/>
          </p:nvPr>
        </p:nvSpPr>
        <p:spPr>
          <a:xfrm>
            <a:off x="5069400" y="2882600"/>
            <a:ext cx="28848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3" type="subTitle"/>
          </p:nvPr>
        </p:nvSpPr>
        <p:spPr>
          <a:xfrm>
            <a:off x="1189788" y="2590588"/>
            <a:ext cx="28848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4" type="subTitle"/>
          </p:nvPr>
        </p:nvSpPr>
        <p:spPr>
          <a:xfrm>
            <a:off x="1189800" y="2882600"/>
            <a:ext cx="28848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3"/>
          <p:cNvSpPr/>
          <p:nvPr/>
        </p:nvSpPr>
        <p:spPr>
          <a:xfrm rot="10376871">
            <a:off x="-495921" y="-203555"/>
            <a:ext cx="4143688" cy="141169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3812651" y="34897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593226" y="8386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4418776" y="6334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2981851" y="2502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 flipH="1">
            <a:off x="-201027" y="-164602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 rot="10800000">
            <a:off x="-259611" y="-297078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 rot="-448972">
            <a:off x="5418223" y="3906226"/>
            <a:ext cx="4114989" cy="1394558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 rot="10800000">
            <a:off x="4710711" y="472444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 rot="10800000">
            <a:off x="8391336" y="416847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 rot="10800000">
            <a:off x="5390761" y="416847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 rot="10800000">
            <a:off x="6002711" y="475684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 flipH="1" rot="10800000">
            <a:off x="6276637" y="4026301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885137" y="4472397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2129125" y="363275"/>
            <a:ext cx="488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3" name="Google Shape;93;p14"/>
          <p:cNvSpPr/>
          <p:nvPr/>
        </p:nvSpPr>
        <p:spPr>
          <a:xfrm flipH="1">
            <a:off x="-141518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/>
          <p:nvPr/>
        </p:nvSpPr>
        <p:spPr>
          <a:xfrm flipH="1" rot="10800000">
            <a:off x="-241297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/>
          <p:nvPr/>
        </p:nvSpPr>
        <p:spPr>
          <a:xfrm rot="-10484947">
            <a:off x="-69791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 flipH="1" rot="10800000">
            <a:off x="1759263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 flipH="1" rot="10800000">
            <a:off x="869351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flipH="1" rot="10800000">
            <a:off x="91151" y="12623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540000" y="540000"/>
            <a:ext cx="35904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/>
        </p:txBody>
      </p:sp>
      <p:sp>
        <p:nvSpPr>
          <p:cNvPr id="101" name="Google Shape;101;p15"/>
          <p:cNvSpPr/>
          <p:nvPr/>
        </p:nvSpPr>
        <p:spPr>
          <a:xfrm flipH="1">
            <a:off x="3426309" y="3056502"/>
            <a:ext cx="5986869" cy="212719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 flipH="1" rot="10800000">
            <a:off x="5737690" y="3381530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 rot="315040">
            <a:off x="7305814" y="4459737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 flipH="1">
            <a:off x="5699552" y="47843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 flipH="1">
            <a:off x="8043764" y="3943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 flipH="1">
            <a:off x="8476477" y="34271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 flipH="1">
            <a:off x="7442277" y="35570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i="0" sz="3000" u="none" cap="none" strike="noStrik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/>
          <p:nvPr>
            <p:ph idx="1" type="subTitle"/>
          </p:nvPr>
        </p:nvSpPr>
        <p:spPr>
          <a:xfrm>
            <a:off x="4610763" y="1065704"/>
            <a:ext cx="4126517" cy="2833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latin typeface="Josefin Sans"/>
                <a:ea typeface="Josefin Sans"/>
                <a:cs typeface="Josefin Sans"/>
                <a:sym typeface="Josefin Sans"/>
              </a:rPr>
              <a:t>Empresa de desarrollo MAS</a:t>
            </a:r>
            <a:endParaRPr sz="22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Char char="▪"/>
            </a:pPr>
            <a:r>
              <a:rPr lang="en" sz="2200">
                <a:latin typeface="Josefin Sans"/>
                <a:ea typeface="Josefin Sans"/>
                <a:cs typeface="Josefin Sans"/>
                <a:sym typeface="Josefin Sans"/>
              </a:rPr>
              <a:t>Agustin Ferreyra Coronel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Char char="▪"/>
            </a:pPr>
            <a:r>
              <a:rPr lang="en" sz="2200">
                <a:latin typeface="Josefin Sans"/>
                <a:ea typeface="Josefin Sans"/>
                <a:cs typeface="Josefin Sans"/>
                <a:sym typeface="Josefin Sans"/>
              </a:rPr>
              <a:t>Marilyn Shirley Olivera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Char char="▪"/>
            </a:pPr>
            <a:r>
              <a:rPr lang="en" sz="2200">
                <a:latin typeface="Josefin Sans"/>
                <a:ea typeface="Josefin Sans"/>
                <a:cs typeface="Josefin Sans"/>
                <a:sym typeface="Josefin Sans"/>
              </a:rPr>
              <a:t>Santiago Gonzalez Aguilar</a:t>
            </a:r>
            <a:endParaRPr sz="220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114" name="Google Shape;1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710" y="1278970"/>
            <a:ext cx="2020590" cy="192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698" y="2905504"/>
            <a:ext cx="2918053" cy="56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816" y="1445095"/>
            <a:ext cx="1460409" cy="1460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>
            <p:ph idx="1" type="subTitle"/>
          </p:nvPr>
        </p:nvSpPr>
        <p:spPr>
          <a:xfrm>
            <a:off x="902307" y="1113525"/>
            <a:ext cx="27045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000"/>
              <a:t>¿A quién?</a:t>
            </a:r>
            <a:endParaRPr sz="3000"/>
          </a:p>
        </p:txBody>
      </p:sp>
      <p:sp>
        <p:nvSpPr>
          <p:cNvPr id="122" name="Google Shape;122;p2"/>
          <p:cNvSpPr txBox="1"/>
          <p:nvPr>
            <p:ph idx="2" type="subTitle"/>
          </p:nvPr>
        </p:nvSpPr>
        <p:spPr>
          <a:xfrm>
            <a:off x="486737" y="1914916"/>
            <a:ext cx="36840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Población platense.</a:t>
            </a:r>
            <a:endParaRPr sz="2200"/>
          </a:p>
          <a:p>
            <a:pPr indent="0" lvl="0" marL="139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Personal </a:t>
            </a:r>
            <a:r>
              <a:rPr lang="en" sz="2200"/>
              <a:t>médico</a:t>
            </a:r>
            <a:r>
              <a:rPr lang="en" sz="2200"/>
              <a:t> </a:t>
            </a:r>
            <a:r>
              <a:rPr lang="en" sz="2200"/>
              <a:t>específico</a:t>
            </a:r>
            <a:r>
              <a:rPr lang="en" sz="2200"/>
              <a:t>. </a:t>
            </a:r>
            <a:endParaRPr sz="2200"/>
          </a:p>
        </p:txBody>
      </p:sp>
      <p:sp>
        <p:nvSpPr>
          <p:cNvPr id="123" name="Google Shape;123;p2"/>
          <p:cNvSpPr txBox="1"/>
          <p:nvPr>
            <p:ph idx="3" type="subTitle"/>
          </p:nvPr>
        </p:nvSpPr>
        <p:spPr>
          <a:xfrm>
            <a:off x="5283766" y="1113525"/>
            <a:ext cx="27045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000"/>
              <a:t>¿Por qué?</a:t>
            </a:r>
            <a:endParaRPr sz="3000"/>
          </a:p>
        </p:txBody>
      </p:sp>
      <p:sp>
        <p:nvSpPr>
          <p:cNvPr id="124" name="Google Shape;124;p2"/>
          <p:cNvSpPr txBox="1"/>
          <p:nvPr>
            <p:ph idx="4" type="subTitle"/>
          </p:nvPr>
        </p:nvSpPr>
        <p:spPr>
          <a:xfrm>
            <a:off x="4336967" y="1944577"/>
            <a:ext cx="4598100" cy="15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El método utilizado previamente presentaba dificultades.</a:t>
            </a:r>
            <a:endParaRPr sz="2200"/>
          </a:p>
          <a:p>
            <a:pPr indent="0" lvl="0" marL="139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Alta demanda de </a:t>
            </a:r>
            <a:r>
              <a:rPr lang="en" sz="2200"/>
              <a:t>vacunación</a:t>
            </a:r>
            <a:r>
              <a:rPr lang="en" sz="2200"/>
              <a:t> debido a la pandemia.</a:t>
            </a:r>
            <a:endParaRPr sz="2200"/>
          </a:p>
        </p:txBody>
      </p:sp>
      <p:pic>
        <p:nvPicPr>
          <p:cNvPr id="125" name="Google Shape;1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8750" y="4448261"/>
            <a:ext cx="695238" cy="6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2977" y="4601928"/>
            <a:ext cx="1995773" cy="3879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2"/>
          <p:cNvGrpSpPr/>
          <p:nvPr/>
        </p:nvGrpSpPr>
        <p:grpSpPr>
          <a:xfrm>
            <a:off x="262007" y="2705331"/>
            <a:ext cx="314662" cy="358099"/>
            <a:chOff x="-54401725" y="3590375"/>
            <a:chExt cx="279625" cy="318225"/>
          </a:xfrm>
        </p:grpSpPr>
        <p:sp>
          <p:nvSpPr>
            <p:cNvPr id="128" name="Google Shape;128;p2"/>
            <p:cNvSpPr/>
            <p:nvPr/>
          </p:nvSpPr>
          <p:spPr>
            <a:xfrm>
              <a:off x="-54194575" y="3721900"/>
              <a:ext cx="35450" cy="19725"/>
            </a:xfrm>
            <a:custGeom>
              <a:rect b="b" l="l" r="r" t="t"/>
              <a:pathLst>
                <a:path extrusionOk="0" h="789" w="1418">
                  <a:moveTo>
                    <a:pt x="0" y="1"/>
                  </a:moveTo>
                  <a:cubicBezTo>
                    <a:pt x="158" y="410"/>
                    <a:pt x="536" y="788"/>
                    <a:pt x="1071" y="788"/>
                  </a:cubicBezTo>
                  <a:lnTo>
                    <a:pt x="1418" y="788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-54380450" y="3590375"/>
              <a:ext cx="237075" cy="112650"/>
            </a:xfrm>
            <a:custGeom>
              <a:rect b="b" l="l" r="r" t="t"/>
              <a:pathLst>
                <a:path extrusionOk="0" h="4506" w="9483">
                  <a:moveTo>
                    <a:pt x="4789" y="1575"/>
                  </a:moveTo>
                  <a:cubicBezTo>
                    <a:pt x="5009" y="1575"/>
                    <a:pt x="5135" y="1733"/>
                    <a:pt x="5135" y="1954"/>
                  </a:cubicBezTo>
                  <a:lnTo>
                    <a:pt x="5135" y="2300"/>
                  </a:lnTo>
                  <a:lnTo>
                    <a:pt x="5513" y="2300"/>
                  </a:lnTo>
                  <a:cubicBezTo>
                    <a:pt x="5702" y="2300"/>
                    <a:pt x="5860" y="2458"/>
                    <a:pt x="5860" y="2647"/>
                  </a:cubicBezTo>
                  <a:cubicBezTo>
                    <a:pt x="5860" y="2836"/>
                    <a:pt x="5702" y="2993"/>
                    <a:pt x="5513" y="2993"/>
                  </a:cubicBezTo>
                  <a:lnTo>
                    <a:pt x="5135" y="2993"/>
                  </a:lnTo>
                  <a:lnTo>
                    <a:pt x="5135" y="3371"/>
                  </a:lnTo>
                  <a:cubicBezTo>
                    <a:pt x="5135" y="3560"/>
                    <a:pt x="5009" y="3718"/>
                    <a:pt x="4789" y="3718"/>
                  </a:cubicBezTo>
                  <a:cubicBezTo>
                    <a:pt x="4600" y="3718"/>
                    <a:pt x="4442" y="3560"/>
                    <a:pt x="4442" y="3371"/>
                  </a:cubicBezTo>
                  <a:lnTo>
                    <a:pt x="4442" y="2993"/>
                  </a:lnTo>
                  <a:lnTo>
                    <a:pt x="4096" y="2993"/>
                  </a:lnTo>
                  <a:cubicBezTo>
                    <a:pt x="3907" y="2993"/>
                    <a:pt x="3749" y="2836"/>
                    <a:pt x="3749" y="2647"/>
                  </a:cubicBezTo>
                  <a:cubicBezTo>
                    <a:pt x="3749" y="2458"/>
                    <a:pt x="3907" y="2300"/>
                    <a:pt x="4096" y="2300"/>
                  </a:cubicBezTo>
                  <a:lnTo>
                    <a:pt x="4442" y="2300"/>
                  </a:lnTo>
                  <a:lnTo>
                    <a:pt x="4442" y="1954"/>
                  </a:lnTo>
                  <a:cubicBezTo>
                    <a:pt x="4442" y="1733"/>
                    <a:pt x="4600" y="1575"/>
                    <a:pt x="4789" y="1575"/>
                  </a:cubicBezTo>
                  <a:close/>
                  <a:moveTo>
                    <a:pt x="2048" y="0"/>
                  </a:moveTo>
                  <a:cubicBezTo>
                    <a:pt x="882" y="0"/>
                    <a:pt x="0" y="1040"/>
                    <a:pt x="189" y="2174"/>
                  </a:cubicBezTo>
                  <a:lnTo>
                    <a:pt x="567" y="4505"/>
                  </a:lnTo>
                  <a:lnTo>
                    <a:pt x="8916" y="4505"/>
                  </a:lnTo>
                  <a:lnTo>
                    <a:pt x="9326" y="2174"/>
                  </a:lnTo>
                  <a:cubicBezTo>
                    <a:pt x="9483" y="1040"/>
                    <a:pt x="8601" y="0"/>
                    <a:pt x="7467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-54363925" y="3721900"/>
              <a:ext cx="35475" cy="19725"/>
            </a:xfrm>
            <a:custGeom>
              <a:rect b="b" l="l" r="r" t="t"/>
              <a:pathLst>
                <a:path extrusionOk="0" h="789" w="1419">
                  <a:moveTo>
                    <a:pt x="1" y="1"/>
                  </a:moveTo>
                  <a:lnTo>
                    <a:pt x="1" y="788"/>
                  </a:lnTo>
                  <a:lnTo>
                    <a:pt x="347" y="788"/>
                  </a:lnTo>
                  <a:cubicBezTo>
                    <a:pt x="820" y="788"/>
                    <a:pt x="1261" y="410"/>
                    <a:pt x="1418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-54363925" y="3721900"/>
              <a:ext cx="204800" cy="186700"/>
            </a:xfrm>
            <a:custGeom>
              <a:rect b="b" l="l" r="r" t="t"/>
              <a:pathLst>
                <a:path extrusionOk="0" h="7468" w="8192">
                  <a:moveTo>
                    <a:pt x="2553" y="1513"/>
                  </a:moveTo>
                  <a:cubicBezTo>
                    <a:pt x="2742" y="1513"/>
                    <a:pt x="2899" y="1670"/>
                    <a:pt x="2899" y="1891"/>
                  </a:cubicBezTo>
                  <a:cubicBezTo>
                    <a:pt x="2899" y="2080"/>
                    <a:pt x="2742" y="2237"/>
                    <a:pt x="2553" y="2237"/>
                  </a:cubicBezTo>
                  <a:cubicBezTo>
                    <a:pt x="2541" y="2240"/>
                    <a:pt x="2529" y="2241"/>
                    <a:pt x="2517" y="2241"/>
                  </a:cubicBezTo>
                  <a:cubicBezTo>
                    <a:pt x="2368" y="2241"/>
                    <a:pt x="2206" y="2066"/>
                    <a:pt x="2206" y="1891"/>
                  </a:cubicBezTo>
                  <a:cubicBezTo>
                    <a:pt x="2206" y="1670"/>
                    <a:pt x="2364" y="1513"/>
                    <a:pt x="2553" y="1513"/>
                  </a:cubicBezTo>
                  <a:close/>
                  <a:moveTo>
                    <a:pt x="5577" y="1576"/>
                  </a:moveTo>
                  <a:cubicBezTo>
                    <a:pt x="5798" y="1576"/>
                    <a:pt x="5955" y="1733"/>
                    <a:pt x="5955" y="1922"/>
                  </a:cubicBezTo>
                  <a:cubicBezTo>
                    <a:pt x="5955" y="2111"/>
                    <a:pt x="5798" y="2269"/>
                    <a:pt x="5577" y="2269"/>
                  </a:cubicBezTo>
                  <a:cubicBezTo>
                    <a:pt x="5388" y="2269"/>
                    <a:pt x="5230" y="2111"/>
                    <a:pt x="5230" y="1922"/>
                  </a:cubicBezTo>
                  <a:cubicBezTo>
                    <a:pt x="5230" y="1733"/>
                    <a:pt x="5388" y="1576"/>
                    <a:pt x="5577" y="1576"/>
                  </a:cubicBezTo>
                  <a:close/>
                  <a:moveTo>
                    <a:pt x="5148" y="4073"/>
                  </a:moveTo>
                  <a:cubicBezTo>
                    <a:pt x="5238" y="4073"/>
                    <a:pt x="5325" y="4112"/>
                    <a:pt x="5388" y="4191"/>
                  </a:cubicBezTo>
                  <a:cubicBezTo>
                    <a:pt x="5546" y="4317"/>
                    <a:pt x="5546" y="4537"/>
                    <a:pt x="5388" y="4726"/>
                  </a:cubicBezTo>
                  <a:cubicBezTo>
                    <a:pt x="5041" y="5073"/>
                    <a:pt x="4569" y="5262"/>
                    <a:pt x="4096" y="5262"/>
                  </a:cubicBezTo>
                  <a:cubicBezTo>
                    <a:pt x="3624" y="5262"/>
                    <a:pt x="3120" y="5073"/>
                    <a:pt x="2805" y="4726"/>
                  </a:cubicBezTo>
                  <a:cubicBezTo>
                    <a:pt x="2647" y="4569"/>
                    <a:pt x="2647" y="4317"/>
                    <a:pt x="2805" y="4191"/>
                  </a:cubicBezTo>
                  <a:cubicBezTo>
                    <a:pt x="2883" y="4112"/>
                    <a:pt x="2978" y="4073"/>
                    <a:pt x="3068" y="4073"/>
                  </a:cubicBezTo>
                  <a:cubicBezTo>
                    <a:pt x="3159" y="4073"/>
                    <a:pt x="3246" y="4112"/>
                    <a:pt x="3309" y="4191"/>
                  </a:cubicBezTo>
                  <a:cubicBezTo>
                    <a:pt x="3529" y="4411"/>
                    <a:pt x="3813" y="4521"/>
                    <a:pt x="4096" y="4521"/>
                  </a:cubicBezTo>
                  <a:cubicBezTo>
                    <a:pt x="4380" y="4521"/>
                    <a:pt x="4663" y="4411"/>
                    <a:pt x="4884" y="4191"/>
                  </a:cubicBezTo>
                  <a:cubicBezTo>
                    <a:pt x="4963" y="4112"/>
                    <a:pt x="5057" y="4073"/>
                    <a:pt x="5148" y="4073"/>
                  </a:cubicBezTo>
                  <a:close/>
                  <a:moveTo>
                    <a:pt x="2175" y="1"/>
                  </a:moveTo>
                  <a:cubicBezTo>
                    <a:pt x="2017" y="851"/>
                    <a:pt x="1229" y="1513"/>
                    <a:pt x="347" y="1513"/>
                  </a:cubicBezTo>
                  <a:lnTo>
                    <a:pt x="1" y="1513"/>
                  </a:lnTo>
                  <a:lnTo>
                    <a:pt x="1" y="3372"/>
                  </a:lnTo>
                  <a:cubicBezTo>
                    <a:pt x="1" y="5608"/>
                    <a:pt x="1859" y="7467"/>
                    <a:pt x="4096" y="7467"/>
                  </a:cubicBezTo>
                  <a:cubicBezTo>
                    <a:pt x="6333" y="7467"/>
                    <a:pt x="8192" y="5608"/>
                    <a:pt x="8192" y="3372"/>
                  </a:cubicBezTo>
                  <a:lnTo>
                    <a:pt x="8192" y="1513"/>
                  </a:lnTo>
                  <a:lnTo>
                    <a:pt x="7845" y="1513"/>
                  </a:lnTo>
                  <a:cubicBezTo>
                    <a:pt x="6932" y="1513"/>
                    <a:pt x="6176" y="820"/>
                    <a:pt x="5987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-54401725" y="3747100"/>
              <a:ext cx="18925" cy="63825"/>
            </a:xfrm>
            <a:custGeom>
              <a:rect b="b" l="l" r="r" t="t"/>
              <a:pathLst>
                <a:path extrusionOk="0" h="2553" w="757">
                  <a:moveTo>
                    <a:pt x="757" y="1"/>
                  </a:moveTo>
                  <a:cubicBezTo>
                    <a:pt x="284" y="253"/>
                    <a:pt x="0" y="725"/>
                    <a:pt x="0" y="1261"/>
                  </a:cubicBezTo>
                  <a:cubicBezTo>
                    <a:pt x="0" y="1828"/>
                    <a:pt x="315" y="2301"/>
                    <a:pt x="757" y="2553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-54140225" y="3746325"/>
              <a:ext cx="18125" cy="63825"/>
            </a:xfrm>
            <a:custGeom>
              <a:rect b="b" l="l" r="r" t="t"/>
              <a:pathLst>
                <a:path extrusionOk="0" h="2553" w="725">
                  <a:moveTo>
                    <a:pt x="0" y="0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0"/>
                  </a:cubicBezTo>
                  <a:cubicBezTo>
                    <a:pt x="725" y="756"/>
                    <a:pt x="410" y="284"/>
                    <a:pt x="0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208933" y="1984267"/>
            <a:ext cx="420811" cy="418507"/>
            <a:chOff x="-5971525" y="3273750"/>
            <a:chExt cx="292250" cy="290650"/>
          </a:xfrm>
        </p:grpSpPr>
        <p:sp>
          <p:nvSpPr>
            <p:cNvPr id="135" name="Google Shape;135;p2"/>
            <p:cNvSpPr/>
            <p:nvPr/>
          </p:nvSpPr>
          <p:spPr>
            <a:xfrm>
              <a:off x="-5868325" y="3273750"/>
              <a:ext cx="85075" cy="84300"/>
            </a:xfrm>
            <a:custGeom>
              <a:rect b="b" l="l" r="r" t="t"/>
              <a:pathLst>
                <a:path extrusionOk="0" h="3372" w="3403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-5971525" y="3308400"/>
              <a:ext cx="292250" cy="256000"/>
            </a:xfrm>
            <a:custGeom>
              <a:rect b="b" l="l" r="r" t="t"/>
              <a:pathLst>
                <a:path extrusionOk="0" h="10240" w="1169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4109009" y="2946267"/>
            <a:ext cx="353757" cy="331241"/>
            <a:chOff x="-25834600" y="3564375"/>
            <a:chExt cx="296950" cy="278050"/>
          </a:xfrm>
        </p:grpSpPr>
        <p:sp>
          <p:nvSpPr>
            <p:cNvPr id="138" name="Google Shape;138;p2"/>
            <p:cNvSpPr/>
            <p:nvPr/>
          </p:nvSpPr>
          <p:spPr>
            <a:xfrm>
              <a:off x="-25694400" y="3703775"/>
              <a:ext cx="17350" cy="17375"/>
            </a:xfrm>
            <a:custGeom>
              <a:rect b="b" l="l" r="r" t="t"/>
              <a:pathLst>
                <a:path extrusionOk="0" h="695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-25591225" y="3703775"/>
              <a:ext cx="53575" cy="18150"/>
            </a:xfrm>
            <a:custGeom>
              <a:rect b="b" l="l" r="r" t="t"/>
              <a:pathLst>
                <a:path extrusionOk="0" h="726" w="2143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-25834600" y="3703775"/>
              <a:ext cx="53575" cy="18150"/>
            </a:xfrm>
            <a:custGeom>
              <a:rect b="b" l="l" r="r" t="t"/>
              <a:pathLst>
                <a:path extrusionOk="0" h="726" w="2143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-25695200" y="3564375"/>
              <a:ext cx="17350" cy="52800"/>
            </a:xfrm>
            <a:custGeom>
              <a:rect b="b" l="l" r="r" t="t"/>
              <a:pathLst>
                <a:path extrusionOk="0" h="2112" w="69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-25792850" y="3606125"/>
              <a:ext cx="42550" cy="40975"/>
            </a:xfrm>
            <a:custGeom>
              <a:rect b="b" l="l" r="r" t="t"/>
              <a:pathLst>
                <a:path extrusionOk="0" h="1639" w="1702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-25621950" y="3606125"/>
              <a:ext cx="43350" cy="40975"/>
            </a:xfrm>
            <a:custGeom>
              <a:rect b="b" l="l" r="r" t="t"/>
              <a:pathLst>
                <a:path extrusionOk="0" h="1639" w="1734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-25783400" y="3806975"/>
              <a:ext cx="192200" cy="35450"/>
            </a:xfrm>
            <a:custGeom>
              <a:rect b="b" l="l" r="r" t="t"/>
              <a:pathLst>
                <a:path extrusionOk="0" h="1418" w="7688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-25764500" y="3635275"/>
              <a:ext cx="153600" cy="155175"/>
            </a:xfrm>
            <a:custGeom>
              <a:rect b="b" l="l" r="r" t="t"/>
              <a:pathLst>
                <a:path extrusionOk="0" h="6207" w="6144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2"/>
          <p:cNvGrpSpPr/>
          <p:nvPr/>
        </p:nvGrpSpPr>
        <p:grpSpPr>
          <a:xfrm>
            <a:off x="4104235" y="2159551"/>
            <a:ext cx="363316" cy="315437"/>
            <a:chOff x="6218300" y="4416175"/>
            <a:chExt cx="516000" cy="448000"/>
          </a:xfrm>
        </p:grpSpPr>
        <p:sp>
          <p:nvSpPr>
            <p:cNvPr id="147" name="Google Shape;147;p2"/>
            <p:cNvSpPr/>
            <p:nvPr/>
          </p:nvSpPr>
          <p:spPr>
            <a:xfrm>
              <a:off x="6462150" y="4525375"/>
              <a:ext cx="28250" cy="141250"/>
            </a:xfrm>
            <a:custGeom>
              <a:rect b="b" l="l" r="r" t="t"/>
              <a:pathLst>
                <a:path extrusionOk="0" h="5650" w="113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lnTo>
                    <a:pt x="0" y="5087"/>
                  </a:lnTo>
                  <a:cubicBezTo>
                    <a:pt x="0" y="5397"/>
                    <a:pt x="253" y="5650"/>
                    <a:pt x="566" y="5650"/>
                  </a:cubicBezTo>
                  <a:cubicBezTo>
                    <a:pt x="877" y="5650"/>
                    <a:pt x="1130" y="5397"/>
                    <a:pt x="1130" y="5087"/>
                  </a:cubicBezTo>
                  <a:lnTo>
                    <a:pt x="1130" y="567"/>
                  </a:lnTo>
                  <a:cubicBezTo>
                    <a:pt x="1130" y="254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218300" y="4416175"/>
              <a:ext cx="516000" cy="448000"/>
            </a:xfrm>
            <a:custGeom>
              <a:rect b="b" l="l" r="r" t="t"/>
              <a:pathLst>
                <a:path extrusionOk="0" h="17920" w="20640">
                  <a:moveTo>
                    <a:pt x="10320" y="3240"/>
                  </a:moveTo>
                  <a:cubicBezTo>
                    <a:pt x="11254" y="3240"/>
                    <a:pt x="12013" y="3998"/>
                    <a:pt x="12013" y="4935"/>
                  </a:cubicBezTo>
                  <a:lnTo>
                    <a:pt x="12013" y="9452"/>
                  </a:lnTo>
                  <a:cubicBezTo>
                    <a:pt x="12013" y="10385"/>
                    <a:pt x="11254" y="11144"/>
                    <a:pt x="10320" y="11144"/>
                  </a:cubicBezTo>
                  <a:cubicBezTo>
                    <a:pt x="9384" y="11144"/>
                    <a:pt x="8625" y="10385"/>
                    <a:pt x="8625" y="9452"/>
                  </a:cubicBezTo>
                  <a:lnTo>
                    <a:pt x="8625" y="4935"/>
                  </a:lnTo>
                  <a:cubicBezTo>
                    <a:pt x="8625" y="3998"/>
                    <a:pt x="9384" y="3240"/>
                    <a:pt x="10320" y="3240"/>
                  </a:cubicBezTo>
                  <a:close/>
                  <a:moveTo>
                    <a:pt x="10320" y="12274"/>
                  </a:moveTo>
                  <a:cubicBezTo>
                    <a:pt x="10538" y="12274"/>
                    <a:pt x="10758" y="12316"/>
                    <a:pt x="10968" y="12403"/>
                  </a:cubicBezTo>
                  <a:cubicBezTo>
                    <a:pt x="11600" y="12665"/>
                    <a:pt x="12013" y="13282"/>
                    <a:pt x="12013" y="13969"/>
                  </a:cubicBezTo>
                  <a:cubicBezTo>
                    <a:pt x="12013" y="14902"/>
                    <a:pt x="11254" y="15661"/>
                    <a:pt x="10320" y="15661"/>
                  </a:cubicBezTo>
                  <a:cubicBezTo>
                    <a:pt x="9634" y="15661"/>
                    <a:pt x="9017" y="15248"/>
                    <a:pt x="8755" y="14616"/>
                  </a:cubicBezTo>
                  <a:cubicBezTo>
                    <a:pt x="8493" y="13984"/>
                    <a:pt x="8637" y="13255"/>
                    <a:pt x="9122" y="12770"/>
                  </a:cubicBezTo>
                  <a:cubicBezTo>
                    <a:pt x="9446" y="12446"/>
                    <a:pt x="9880" y="12274"/>
                    <a:pt x="10320" y="12274"/>
                  </a:cubicBezTo>
                  <a:close/>
                  <a:moveTo>
                    <a:pt x="10319" y="1"/>
                  </a:moveTo>
                  <a:cubicBezTo>
                    <a:pt x="9352" y="1"/>
                    <a:pt x="8386" y="487"/>
                    <a:pt x="7848" y="1460"/>
                  </a:cubicBezTo>
                  <a:lnTo>
                    <a:pt x="1040" y="13731"/>
                  </a:lnTo>
                  <a:cubicBezTo>
                    <a:pt x="1" y="15613"/>
                    <a:pt x="1359" y="17919"/>
                    <a:pt x="3509" y="17919"/>
                  </a:cubicBezTo>
                  <a:lnTo>
                    <a:pt x="17129" y="17919"/>
                  </a:lnTo>
                  <a:cubicBezTo>
                    <a:pt x="19279" y="17919"/>
                    <a:pt x="20640" y="15616"/>
                    <a:pt x="19598" y="13731"/>
                  </a:cubicBezTo>
                  <a:lnTo>
                    <a:pt x="12790" y="1460"/>
                  </a:lnTo>
                  <a:cubicBezTo>
                    <a:pt x="12252" y="487"/>
                    <a:pt x="11286" y="1"/>
                    <a:pt x="10319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6462150" y="4751225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6" y="1"/>
                  </a:moveTo>
                  <a:cubicBezTo>
                    <a:pt x="253" y="1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7"/>
                  </a:cubicBezTo>
                  <a:cubicBezTo>
                    <a:pt x="1130" y="253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625035" y="331106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Funcionalidades Principales</a:t>
            </a:r>
            <a:endParaRPr/>
          </a:p>
        </p:txBody>
      </p:sp>
      <p:sp>
        <p:nvSpPr>
          <p:cNvPr id="155" name="Google Shape;155;p3"/>
          <p:cNvSpPr txBox="1"/>
          <p:nvPr>
            <p:ph idx="1" type="subTitle"/>
          </p:nvPr>
        </p:nvSpPr>
        <p:spPr>
          <a:xfrm>
            <a:off x="3280570" y="2081729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Turnos</a:t>
            </a:r>
            <a:endParaRPr/>
          </a:p>
        </p:txBody>
      </p:sp>
      <p:sp>
        <p:nvSpPr>
          <p:cNvPr id="156" name="Google Shape;156;p3"/>
          <p:cNvSpPr txBox="1"/>
          <p:nvPr>
            <p:ph idx="2" type="subTitle"/>
          </p:nvPr>
        </p:nvSpPr>
        <p:spPr>
          <a:xfrm>
            <a:off x="3094177" y="2533278"/>
            <a:ext cx="29208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Forma I</a:t>
            </a:r>
            <a:r>
              <a:rPr lang="en" sz="2200"/>
              <a:t>ntuitiva y ágil </a:t>
            </a:r>
            <a:r>
              <a:rPr lang="en" sz="2200"/>
              <a:t>de otorgar y visualizar los turnos</a:t>
            </a:r>
            <a:endParaRPr sz="2200"/>
          </a:p>
        </p:txBody>
      </p:sp>
      <p:sp>
        <p:nvSpPr>
          <p:cNvPr id="157" name="Google Shape;157;p3"/>
          <p:cNvSpPr txBox="1"/>
          <p:nvPr>
            <p:ph idx="3" type="subTitle"/>
          </p:nvPr>
        </p:nvSpPr>
        <p:spPr>
          <a:xfrm>
            <a:off x="215608" y="2081730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Graficas</a:t>
            </a:r>
            <a:endParaRPr/>
          </a:p>
        </p:txBody>
      </p:sp>
      <p:sp>
        <p:nvSpPr>
          <p:cNvPr id="158" name="Google Shape;158;p3"/>
          <p:cNvSpPr txBox="1"/>
          <p:nvPr>
            <p:ph idx="4" type="subTitle"/>
          </p:nvPr>
        </p:nvSpPr>
        <p:spPr>
          <a:xfrm>
            <a:off x="145021" y="2535142"/>
            <a:ext cx="28041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Información visual significativa para los Administradores</a:t>
            </a:r>
            <a:endParaRPr sz="2200"/>
          </a:p>
        </p:txBody>
      </p:sp>
      <p:sp>
        <p:nvSpPr>
          <p:cNvPr id="159" name="Google Shape;159;p3"/>
          <p:cNvSpPr txBox="1"/>
          <p:nvPr>
            <p:ph idx="5" type="subTitle"/>
          </p:nvPr>
        </p:nvSpPr>
        <p:spPr>
          <a:xfrm>
            <a:off x="6481539" y="2081729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Certificacion</a:t>
            </a:r>
            <a:endParaRPr/>
          </a:p>
        </p:txBody>
      </p:sp>
      <p:sp>
        <p:nvSpPr>
          <p:cNvPr id="160" name="Google Shape;160;p3"/>
          <p:cNvSpPr txBox="1"/>
          <p:nvPr>
            <p:ph idx="6" type="subTitle"/>
          </p:nvPr>
        </p:nvSpPr>
        <p:spPr>
          <a:xfrm>
            <a:off x="6481539" y="2537418"/>
            <a:ext cx="25173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Certificación de vacunación con descarga opcional</a:t>
            </a:r>
            <a:endParaRPr sz="2200"/>
          </a:p>
        </p:txBody>
      </p:sp>
      <p:sp>
        <p:nvSpPr>
          <p:cNvPr id="161" name="Google Shape;161;p3"/>
          <p:cNvSpPr/>
          <p:nvPr/>
        </p:nvSpPr>
        <p:spPr>
          <a:xfrm>
            <a:off x="1018920" y="1103509"/>
            <a:ext cx="879600" cy="87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083820" y="1103508"/>
            <a:ext cx="879600" cy="87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7269720" y="1103508"/>
            <a:ext cx="879600" cy="87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3"/>
          <p:cNvGrpSpPr/>
          <p:nvPr/>
        </p:nvGrpSpPr>
        <p:grpSpPr>
          <a:xfrm>
            <a:off x="1274564" y="1360128"/>
            <a:ext cx="368186" cy="366364"/>
            <a:chOff x="-62151950" y="4111775"/>
            <a:chExt cx="318225" cy="316650"/>
          </a:xfrm>
        </p:grpSpPr>
        <p:sp>
          <p:nvSpPr>
            <p:cNvPr id="165" name="Google Shape;165;p3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3"/>
          <p:cNvGrpSpPr/>
          <p:nvPr/>
        </p:nvGrpSpPr>
        <p:grpSpPr>
          <a:xfrm>
            <a:off x="7562147" y="1365720"/>
            <a:ext cx="357002" cy="355451"/>
            <a:chOff x="-9958475" y="3180025"/>
            <a:chExt cx="354450" cy="352875"/>
          </a:xfrm>
        </p:grpSpPr>
        <p:sp>
          <p:nvSpPr>
            <p:cNvPr id="170" name="Google Shape;170;p3"/>
            <p:cNvSpPr/>
            <p:nvPr/>
          </p:nvSpPr>
          <p:spPr>
            <a:xfrm>
              <a:off x="-9958475" y="3491125"/>
              <a:ext cx="354450" cy="41775"/>
            </a:xfrm>
            <a:custGeom>
              <a:rect b="b" l="l" r="r" t="t"/>
              <a:pathLst>
                <a:path extrusionOk="0" h="1671" w="14178">
                  <a:moveTo>
                    <a:pt x="1702" y="1"/>
                  </a:moveTo>
                  <a:cubicBezTo>
                    <a:pt x="1387" y="1"/>
                    <a:pt x="1135" y="158"/>
                    <a:pt x="977" y="442"/>
                  </a:cubicBezTo>
                  <a:lnTo>
                    <a:pt x="442" y="442"/>
                  </a:lnTo>
                  <a:cubicBezTo>
                    <a:pt x="190" y="442"/>
                    <a:pt x="1" y="631"/>
                    <a:pt x="1" y="820"/>
                  </a:cubicBezTo>
                  <a:cubicBezTo>
                    <a:pt x="1" y="1072"/>
                    <a:pt x="190" y="1261"/>
                    <a:pt x="442" y="1261"/>
                  </a:cubicBezTo>
                  <a:lnTo>
                    <a:pt x="977" y="1261"/>
                  </a:lnTo>
                  <a:cubicBezTo>
                    <a:pt x="1135" y="1513"/>
                    <a:pt x="1387" y="1670"/>
                    <a:pt x="1702" y="1670"/>
                  </a:cubicBezTo>
                  <a:lnTo>
                    <a:pt x="12477" y="1670"/>
                  </a:lnTo>
                  <a:cubicBezTo>
                    <a:pt x="12792" y="1670"/>
                    <a:pt x="13044" y="1513"/>
                    <a:pt x="13170" y="1261"/>
                  </a:cubicBezTo>
                  <a:lnTo>
                    <a:pt x="13737" y="1261"/>
                  </a:lnTo>
                  <a:cubicBezTo>
                    <a:pt x="13957" y="1261"/>
                    <a:pt x="14178" y="1072"/>
                    <a:pt x="14178" y="820"/>
                  </a:cubicBezTo>
                  <a:cubicBezTo>
                    <a:pt x="14178" y="631"/>
                    <a:pt x="13957" y="442"/>
                    <a:pt x="13737" y="442"/>
                  </a:cubicBezTo>
                  <a:lnTo>
                    <a:pt x="13170" y="442"/>
                  </a:lnTo>
                  <a:cubicBezTo>
                    <a:pt x="13044" y="190"/>
                    <a:pt x="12792" y="1"/>
                    <a:pt x="12477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-9958475" y="3180025"/>
              <a:ext cx="354450" cy="42550"/>
            </a:xfrm>
            <a:custGeom>
              <a:rect b="b" l="l" r="r" t="t"/>
              <a:pathLst>
                <a:path extrusionOk="0" h="1702" w="14178">
                  <a:moveTo>
                    <a:pt x="1702" y="0"/>
                  </a:moveTo>
                  <a:cubicBezTo>
                    <a:pt x="1387" y="0"/>
                    <a:pt x="1135" y="158"/>
                    <a:pt x="977" y="441"/>
                  </a:cubicBezTo>
                  <a:lnTo>
                    <a:pt x="442" y="441"/>
                  </a:lnTo>
                  <a:cubicBezTo>
                    <a:pt x="190" y="441"/>
                    <a:pt x="1" y="630"/>
                    <a:pt x="1" y="819"/>
                  </a:cubicBezTo>
                  <a:cubicBezTo>
                    <a:pt x="1" y="1040"/>
                    <a:pt x="190" y="1260"/>
                    <a:pt x="442" y="1260"/>
                  </a:cubicBezTo>
                  <a:lnTo>
                    <a:pt x="977" y="1260"/>
                  </a:lnTo>
                  <a:cubicBezTo>
                    <a:pt x="1135" y="1512"/>
                    <a:pt x="1387" y="1701"/>
                    <a:pt x="1702" y="1701"/>
                  </a:cubicBezTo>
                  <a:lnTo>
                    <a:pt x="12477" y="1701"/>
                  </a:lnTo>
                  <a:cubicBezTo>
                    <a:pt x="12792" y="1701"/>
                    <a:pt x="13044" y="1544"/>
                    <a:pt x="13170" y="1260"/>
                  </a:cubicBezTo>
                  <a:lnTo>
                    <a:pt x="13737" y="1260"/>
                  </a:lnTo>
                  <a:cubicBezTo>
                    <a:pt x="13957" y="1260"/>
                    <a:pt x="14178" y="1071"/>
                    <a:pt x="14178" y="819"/>
                  </a:cubicBezTo>
                  <a:cubicBezTo>
                    <a:pt x="14178" y="599"/>
                    <a:pt x="13957" y="441"/>
                    <a:pt x="13737" y="441"/>
                  </a:cubicBezTo>
                  <a:lnTo>
                    <a:pt x="13170" y="441"/>
                  </a:lnTo>
                  <a:cubicBezTo>
                    <a:pt x="13044" y="189"/>
                    <a:pt x="12792" y="0"/>
                    <a:pt x="12477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-9916725" y="3243025"/>
              <a:ext cx="270175" cy="228425"/>
            </a:xfrm>
            <a:custGeom>
              <a:rect b="b" l="l" r="r" t="t"/>
              <a:pathLst>
                <a:path extrusionOk="0" h="9137" w="10807">
                  <a:moveTo>
                    <a:pt x="7940" y="820"/>
                  </a:moveTo>
                  <a:cubicBezTo>
                    <a:pt x="8160" y="820"/>
                    <a:pt x="8349" y="1040"/>
                    <a:pt x="8349" y="1261"/>
                  </a:cubicBezTo>
                  <a:cubicBezTo>
                    <a:pt x="8349" y="1513"/>
                    <a:pt x="8160" y="1670"/>
                    <a:pt x="7940" y="1670"/>
                  </a:cubicBezTo>
                  <a:lnTo>
                    <a:pt x="2962" y="1670"/>
                  </a:lnTo>
                  <a:cubicBezTo>
                    <a:pt x="2741" y="1670"/>
                    <a:pt x="2521" y="1450"/>
                    <a:pt x="2521" y="1261"/>
                  </a:cubicBezTo>
                  <a:cubicBezTo>
                    <a:pt x="2521" y="1040"/>
                    <a:pt x="2741" y="820"/>
                    <a:pt x="2962" y="820"/>
                  </a:cubicBezTo>
                  <a:close/>
                  <a:moveTo>
                    <a:pt x="6270" y="2489"/>
                  </a:moveTo>
                  <a:cubicBezTo>
                    <a:pt x="6459" y="2489"/>
                    <a:pt x="6680" y="2679"/>
                    <a:pt x="6680" y="2931"/>
                  </a:cubicBezTo>
                  <a:cubicBezTo>
                    <a:pt x="6680" y="3151"/>
                    <a:pt x="6459" y="3340"/>
                    <a:pt x="6270" y="3340"/>
                  </a:cubicBezTo>
                  <a:lnTo>
                    <a:pt x="3781" y="3340"/>
                  </a:lnTo>
                  <a:cubicBezTo>
                    <a:pt x="3561" y="3340"/>
                    <a:pt x="3403" y="3151"/>
                    <a:pt x="3403" y="2931"/>
                  </a:cubicBezTo>
                  <a:cubicBezTo>
                    <a:pt x="3403" y="2679"/>
                    <a:pt x="3592" y="2489"/>
                    <a:pt x="3781" y="2489"/>
                  </a:cubicBezTo>
                  <a:close/>
                  <a:moveTo>
                    <a:pt x="7940" y="4128"/>
                  </a:moveTo>
                  <a:cubicBezTo>
                    <a:pt x="8160" y="4128"/>
                    <a:pt x="8349" y="4348"/>
                    <a:pt x="8349" y="4569"/>
                  </a:cubicBezTo>
                  <a:cubicBezTo>
                    <a:pt x="8349" y="4789"/>
                    <a:pt x="8160" y="5010"/>
                    <a:pt x="7940" y="5010"/>
                  </a:cubicBezTo>
                  <a:lnTo>
                    <a:pt x="2962" y="5010"/>
                  </a:lnTo>
                  <a:cubicBezTo>
                    <a:pt x="2741" y="5010"/>
                    <a:pt x="2521" y="4789"/>
                    <a:pt x="2521" y="4569"/>
                  </a:cubicBezTo>
                  <a:cubicBezTo>
                    <a:pt x="2521" y="4348"/>
                    <a:pt x="2741" y="4128"/>
                    <a:pt x="2962" y="4128"/>
                  </a:cubicBezTo>
                  <a:close/>
                  <a:moveTo>
                    <a:pt x="6312" y="5826"/>
                  </a:moveTo>
                  <a:cubicBezTo>
                    <a:pt x="6490" y="5826"/>
                    <a:pt x="6680" y="6005"/>
                    <a:pt x="6680" y="6239"/>
                  </a:cubicBezTo>
                  <a:cubicBezTo>
                    <a:pt x="6680" y="6459"/>
                    <a:pt x="6459" y="6617"/>
                    <a:pt x="6270" y="6617"/>
                  </a:cubicBezTo>
                  <a:lnTo>
                    <a:pt x="3781" y="6617"/>
                  </a:lnTo>
                  <a:cubicBezTo>
                    <a:pt x="3561" y="6617"/>
                    <a:pt x="3403" y="6428"/>
                    <a:pt x="3403" y="6239"/>
                  </a:cubicBezTo>
                  <a:cubicBezTo>
                    <a:pt x="3403" y="5987"/>
                    <a:pt x="3592" y="5829"/>
                    <a:pt x="3781" y="5829"/>
                  </a:cubicBezTo>
                  <a:lnTo>
                    <a:pt x="6270" y="5829"/>
                  </a:lnTo>
                  <a:cubicBezTo>
                    <a:pt x="6284" y="5827"/>
                    <a:pt x="6298" y="5826"/>
                    <a:pt x="6312" y="5826"/>
                  </a:cubicBezTo>
                  <a:close/>
                  <a:moveTo>
                    <a:pt x="7940" y="7436"/>
                  </a:moveTo>
                  <a:cubicBezTo>
                    <a:pt x="8160" y="7436"/>
                    <a:pt x="8349" y="7656"/>
                    <a:pt x="8349" y="7877"/>
                  </a:cubicBezTo>
                  <a:cubicBezTo>
                    <a:pt x="8349" y="8129"/>
                    <a:pt x="8160" y="8286"/>
                    <a:pt x="7940" y="8286"/>
                  </a:cubicBezTo>
                  <a:lnTo>
                    <a:pt x="2962" y="8286"/>
                  </a:lnTo>
                  <a:cubicBezTo>
                    <a:pt x="2741" y="8286"/>
                    <a:pt x="2521" y="8066"/>
                    <a:pt x="2521" y="7877"/>
                  </a:cubicBezTo>
                  <a:cubicBezTo>
                    <a:pt x="2521" y="7656"/>
                    <a:pt x="2741" y="7436"/>
                    <a:pt x="2962" y="7436"/>
                  </a:cubicBezTo>
                  <a:close/>
                  <a:moveTo>
                    <a:pt x="1" y="1"/>
                  </a:moveTo>
                  <a:lnTo>
                    <a:pt x="1" y="5388"/>
                  </a:lnTo>
                  <a:cubicBezTo>
                    <a:pt x="1" y="5545"/>
                    <a:pt x="95" y="5703"/>
                    <a:pt x="253" y="5766"/>
                  </a:cubicBezTo>
                  <a:lnTo>
                    <a:pt x="1166" y="6239"/>
                  </a:lnTo>
                  <a:lnTo>
                    <a:pt x="253" y="6711"/>
                  </a:lnTo>
                  <a:cubicBezTo>
                    <a:pt x="127" y="6743"/>
                    <a:pt x="1" y="6900"/>
                    <a:pt x="1" y="7058"/>
                  </a:cubicBezTo>
                  <a:lnTo>
                    <a:pt x="1" y="9137"/>
                  </a:lnTo>
                  <a:lnTo>
                    <a:pt x="10807" y="9137"/>
                  </a:lnTo>
                  <a:lnTo>
                    <a:pt x="10807" y="3750"/>
                  </a:lnTo>
                  <a:cubicBezTo>
                    <a:pt x="10807" y="3592"/>
                    <a:pt x="10712" y="3435"/>
                    <a:pt x="10555" y="3403"/>
                  </a:cubicBezTo>
                  <a:lnTo>
                    <a:pt x="9673" y="2931"/>
                  </a:lnTo>
                  <a:lnTo>
                    <a:pt x="10555" y="2458"/>
                  </a:lnTo>
                  <a:cubicBezTo>
                    <a:pt x="10712" y="2363"/>
                    <a:pt x="10807" y="2237"/>
                    <a:pt x="10807" y="2080"/>
                  </a:cubicBezTo>
                  <a:lnTo>
                    <a:pt x="10807" y="1"/>
                  </a:ln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3"/>
          <p:cNvGrpSpPr/>
          <p:nvPr/>
        </p:nvGrpSpPr>
        <p:grpSpPr>
          <a:xfrm>
            <a:off x="4347918" y="1370952"/>
            <a:ext cx="351024" cy="350079"/>
            <a:chOff x="3859600" y="3591950"/>
            <a:chExt cx="296975" cy="296175"/>
          </a:xfrm>
        </p:grpSpPr>
        <p:sp>
          <p:nvSpPr>
            <p:cNvPr id="174" name="Google Shape;174;p3"/>
            <p:cNvSpPr/>
            <p:nvPr/>
          </p:nvSpPr>
          <p:spPr>
            <a:xfrm>
              <a:off x="4034450" y="3766000"/>
              <a:ext cx="122125" cy="122125"/>
            </a:xfrm>
            <a:custGeom>
              <a:rect b="b" l="l" r="r" t="t"/>
              <a:pathLst>
                <a:path extrusionOk="0" h="4885" w="4885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860400" y="3679375"/>
              <a:ext cx="260725" cy="173300"/>
            </a:xfrm>
            <a:custGeom>
              <a:rect b="b" l="l" r="r" t="t"/>
              <a:pathLst>
                <a:path extrusionOk="0" h="6932" w="10429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59600" y="3591950"/>
              <a:ext cx="261525" cy="70900"/>
            </a:xfrm>
            <a:custGeom>
              <a:rect b="b" l="l" r="r" t="t"/>
              <a:pathLst>
                <a:path extrusionOk="0" h="2836" w="10461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1A45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8750" y="4448261"/>
            <a:ext cx="695238" cy="6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2970" y="4601928"/>
            <a:ext cx="1995773" cy="38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>
            <p:ph type="title"/>
          </p:nvPr>
        </p:nvSpPr>
        <p:spPr>
          <a:xfrm>
            <a:off x="404150" y="525623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Alcance del Proyecto</a:t>
            </a:r>
            <a:endParaRPr/>
          </a:p>
        </p:txBody>
      </p:sp>
      <p:sp>
        <p:nvSpPr>
          <p:cNvPr id="184" name="Google Shape;184;p4"/>
          <p:cNvSpPr txBox="1"/>
          <p:nvPr>
            <p:ph idx="2" type="subTitle"/>
          </p:nvPr>
        </p:nvSpPr>
        <p:spPr>
          <a:xfrm>
            <a:off x="461050" y="1522594"/>
            <a:ext cx="8278800" cy="2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8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lang="en" sz="2200">
                <a:solidFill>
                  <a:schemeClr val="hlink"/>
                </a:solidFill>
                <a:highlight>
                  <a:srgbClr val="FFFFFF"/>
                </a:highlight>
              </a:rPr>
              <a:t>Disponible para cualquier residente de La Plata.</a:t>
            </a:r>
            <a:endParaRPr sz="2200">
              <a:solidFill>
                <a:srgbClr val="374957"/>
              </a:solidFill>
              <a:highlight>
                <a:srgbClr val="FFFFFF"/>
              </a:highlight>
            </a:endParaRPr>
          </a:p>
          <a:p>
            <a:pPr indent="-342900" lvl="0" marL="482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lang="en" sz="2200">
                <a:solidFill>
                  <a:schemeClr val="hlink"/>
                </a:solidFill>
                <a:highlight>
                  <a:srgbClr val="FFFFFF"/>
                </a:highlight>
              </a:rPr>
              <a:t>Accesible desde cualquier dispositivo con conexión a internet.</a:t>
            </a:r>
            <a:endParaRPr sz="2200">
              <a:solidFill>
                <a:srgbClr val="374957"/>
              </a:solidFill>
              <a:highlight>
                <a:srgbClr val="FFFFFF"/>
              </a:highlight>
            </a:endParaRPr>
          </a:p>
          <a:p>
            <a:pPr indent="-342900" lvl="0" marL="482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lang="en" sz="2200">
                <a:solidFill>
                  <a:schemeClr val="hlink"/>
                </a:solidFill>
                <a:highlight>
                  <a:srgbClr val="FFFFFF"/>
                </a:highlight>
              </a:rPr>
              <a:t>Interfaz de usuario intuitiva.</a:t>
            </a:r>
            <a:endParaRPr/>
          </a:p>
          <a:p>
            <a:pPr indent="-342900" lvl="0" marL="482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lang="en" sz="2200">
                <a:solidFill>
                  <a:schemeClr val="hlink"/>
                </a:solidFill>
                <a:highlight>
                  <a:srgbClr val="FFFFFF"/>
                </a:highlight>
              </a:rPr>
              <a:t>Petición de turnos automática.</a:t>
            </a:r>
            <a:endParaRPr sz="2200"/>
          </a:p>
        </p:txBody>
      </p:sp>
      <p:pic>
        <p:nvPicPr>
          <p:cNvPr id="185" name="Google Shape;1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8750" y="4448261"/>
            <a:ext cx="695238" cy="6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2970" y="4601928"/>
            <a:ext cx="1995773" cy="38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6298200" y="1139557"/>
            <a:ext cx="986400" cy="98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>
            <p:ph idx="1" type="subTitle"/>
          </p:nvPr>
        </p:nvSpPr>
        <p:spPr>
          <a:xfrm>
            <a:off x="5349012" y="2171152"/>
            <a:ext cx="28848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Elicitacion</a:t>
            </a:r>
            <a:endParaRPr/>
          </a:p>
        </p:txBody>
      </p:sp>
      <p:sp>
        <p:nvSpPr>
          <p:cNvPr id="193" name="Google Shape;193;p5"/>
          <p:cNvSpPr txBox="1"/>
          <p:nvPr>
            <p:ph idx="2" type="subTitle"/>
          </p:nvPr>
        </p:nvSpPr>
        <p:spPr>
          <a:xfrm>
            <a:off x="4768925" y="2522690"/>
            <a:ext cx="4044900" cy="13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Se realizaron dos entrevistas con el cliente y un cuestionario </a:t>
            </a:r>
            <a:r>
              <a:rPr lang="en" sz="2200"/>
              <a:t>público</a:t>
            </a:r>
            <a:r>
              <a:rPr lang="en" sz="2200"/>
              <a:t> para la elicitación de requerimientos.</a:t>
            </a:r>
            <a:endParaRPr sz="2200"/>
          </a:p>
        </p:txBody>
      </p:sp>
      <p:sp>
        <p:nvSpPr>
          <p:cNvPr id="194" name="Google Shape;194;p5"/>
          <p:cNvSpPr txBox="1"/>
          <p:nvPr>
            <p:ph idx="3" type="subTitle"/>
          </p:nvPr>
        </p:nvSpPr>
        <p:spPr>
          <a:xfrm>
            <a:off x="794199" y="2171146"/>
            <a:ext cx="28848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SCRUM</a:t>
            </a:r>
            <a:endParaRPr/>
          </a:p>
        </p:txBody>
      </p:sp>
      <p:sp>
        <p:nvSpPr>
          <p:cNvPr id="195" name="Google Shape;195;p5"/>
          <p:cNvSpPr txBox="1"/>
          <p:nvPr>
            <p:ph idx="4" type="subTitle"/>
          </p:nvPr>
        </p:nvSpPr>
        <p:spPr>
          <a:xfrm>
            <a:off x="134143" y="2522690"/>
            <a:ext cx="4204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Usamos la </a:t>
            </a:r>
            <a:r>
              <a:rPr lang="en" sz="2200"/>
              <a:t>metodología</a:t>
            </a:r>
            <a:r>
              <a:rPr lang="en" sz="2200"/>
              <a:t> </a:t>
            </a:r>
            <a:r>
              <a:rPr lang="en" sz="2200"/>
              <a:t>ágil</a:t>
            </a:r>
            <a:r>
              <a:rPr lang="en" sz="2200"/>
              <a:t> SCRUM como marco de trabajo para el desarrollo del software. </a:t>
            </a:r>
            <a:endParaRPr sz="2200"/>
          </a:p>
        </p:txBody>
      </p:sp>
      <p:sp>
        <p:nvSpPr>
          <p:cNvPr id="196" name="Google Shape;196;p5"/>
          <p:cNvSpPr/>
          <p:nvPr/>
        </p:nvSpPr>
        <p:spPr>
          <a:xfrm>
            <a:off x="1743351" y="1139542"/>
            <a:ext cx="986400" cy="98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5"/>
          <p:cNvGrpSpPr/>
          <p:nvPr/>
        </p:nvGrpSpPr>
        <p:grpSpPr>
          <a:xfrm>
            <a:off x="6499946" y="1479777"/>
            <a:ext cx="582917" cy="305936"/>
            <a:chOff x="1229923" y="274447"/>
            <a:chExt cx="484150" cy="254100"/>
          </a:xfrm>
        </p:grpSpPr>
        <p:sp>
          <p:nvSpPr>
            <p:cNvPr id="198" name="Google Shape;198;p5"/>
            <p:cNvSpPr/>
            <p:nvPr/>
          </p:nvSpPr>
          <p:spPr>
            <a:xfrm>
              <a:off x="1229923" y="274447"/>
              <a:ext cx="484150" cy="2541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rgbClr val="132F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1396198" y="330921"/>
              <a:ext cx="145175" cy="141125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rgbClr val="247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0" name="Google Shape;2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8773" y="4448261"/>
            <a:ext cx="695238" cy="6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2993" y="4601928"/>
            <a:ext cx="1995773" cy="387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8253" y="1145364"/>
            <a:ext cx="976693" cy="97474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/>
          <p:nvPr/>
        </p:nvSpPr>
        <p:spPr>
          <a:xfrm>
            <a:off x="3738000" y="567825"/>
            <a:ext cx="1668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1A4568"/>
                </a:solidFill>
                <a:latin typeface="Josefin Sans"/>
                <a:ea typeface="Josefin Sans"/>
                <a:cs typeface="Josefin Sans"/>
                <a:sym typeface="Josefin Sans"/>
              </a:rPr>
              <a:t>Analisis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/>
          <p:nvPr/>
        </p:nvSpPr>
        <p:spPr>
          <a:xfrm>
            <a:off x="2164817" y="3254492"/>
            <a:ext cx="63300" cy="3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712942" y="2022292"/>
            <a:ext cx="63300" cy="3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257105" y="3254492"/>
            <a:ext cx="63300" cy="3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801492" y="2022292"/>
            <a:ext cx="63300" cy="3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>
            <p:ph type="title"/>
          </p:nvPr>
        </p:nvSpPr>
        <p:spPr>
          <a:xfrm>
            <a:off x="2129100" y="390004"/>
            <a:ext cx="488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Riesgos probabilidad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1125925" y="3626267"/>
            <a:ext cx="2253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Presupuesto</a:t>
            </a:r>
            <a:endParaRPr b="1" i="0" sz="2000" u="none" cap="none" strike="noStrike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868225" y="4052925"/>
            <a:ext cx="27684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Presupuesto ajustado para costear el producto</a:t>
            </a:r>
            <a:endParaRPr b="0" i="0" sz="24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2431225" y="1580500"/>
            <a:ext cx="2559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Tiempo insuficiente</a:t>
            </a:r>
            <a:endParaRPr b="1" i="0" sz="2000" u="none" cap="none" strike="noStrike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164825" y="1062225"/>
            <a:ext cx="30924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Tiempo insuficiente para terminar el proyecto</a:t>
            </a:r>
            <a:endParaRPr b="0" i="0" sz="24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3895412" y="3635340"/>
            <a:ext cx="2787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Cambios en requerimientos</a:t>
            </a:r>
            <a:endParaRPr b="1" i="0" sz="2000" u="none" cap="none" strike="noStrike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3712950" y="4319050"/>
            <a:ext cx="31518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Cambios durante la producción</a:t>
            </a:r>
            <a:endParaRPr b="0" i="0" sz="24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5585753" y="1580489"/>
            <a:ext cx="26763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Problema RENAPER</a:t>
            </a:r>
            <a:endParaRPr b="1" i="0" sz="2000" u="none" cap="none" strike="noStrike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5255963" y="1130025"/>
            <a:ext cx="33360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Posibilidad de fallo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de conexión</a:t>
            </a:r>
            <a:endParaRPr b="0" i="0" sz="24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990901" y="2841242"/>
            <a:ext cx="1683611" cy="841978"/>
          </a:xfrm>
          <a:custGeom>
            <a:rect b="b" l="l" r="r" t="t"/>
            <a:pathLst>
              <a:path extrusionOk="0" h="3951" w="7904">
                <a:moveTo>
                  <a:pt x="1" y="0"/>
                </a:moveTo>
                <a:cubicBezTo>
                  <a:pt x="1" y="540"/>
                  <a:pt x="113" y="1075"/>
                  <a:pt x="327" y="1571"/>
                </a:cubicBezTo>
                <a:cubicBezTo>
                  <a:pt x="938" y="2971"/>
                  <a:pt x="2332" y="3951"/>
                  <a:pt x="3953" y="3951"/>
                </a:cubicBezTo>
                <a:cubicBezTo>
                  <a:pt x="6132" y="3951"/>
                  <a:pt x="7903" y="2178"/>
                  <a:pt x="7903" y="0"/>
                </a:cubicBezTo>
                <a:lnTo>
                  <a:pt x="7248" y="0"/>
                </a:lnTo>
                <a:cubicBezTo>
                  <a:pt x="7248" y="1818"/>
                  <a:pt x="5770" y="3296"/>
                  <a:pt x="3953" y="3296"/>
                </a:cubicBezTo>
                <a:cubicBezTo>
                  <a:pt x="2135" y="3296"/>
                  <a:pt x="657" y="1818"/>
                  <a:pt x="6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447271" y="2023668"/>
            <a:ext cx="1683185" cy="841978"/>
          </a:xfrm>
          <a:custGeom>
            <a:rect b="b" l="l" r="r" t="t"/>
            <a:pathLst>
              <a:path extrusionOk="0" h="3951" w="7902">
                <a:moveTo>
                  <a:pt x="3951" y="0"/>
                </a:moveTo>
                <a:cubicBezTo>
                  <a:pt x="2330" y="0"/>
                  <a:pt x="935" y="982"/>
                  <a:pt x="327" y="2380"/>
                </a:cubicBezTo>
                <a:cubicBezTo>
                  <a:pt x="111" y="2874"/>
                  <a:pt x="0" y="3409"/>
                  <a:pt x="0" y="3951"/>
                </a:cubicBezTo>
                <a:lnTo>
                  <a:pt x="653" y="3951"/>
                </a:lnTo>
                <a:cubicBezTo>
                  <a:pt x="653" y="2135"/>
                  <a:pt x="2133" y="657"/>
                  <a:pt x="3951" y="657"/>
                </a:cubicBezTo>
                <a:cubicBezTo>
                  <a:pt x="5767" y="657"/>
                  <a:pt x="7246" y="2135"/>
                  <a:pt x="7246" y="3951"/>
                </a:cubicBezTo>
                <a:lnTo>
                  <a:pt x="7901" y="3951"/>
                </a:lnTo>
                <a:cubicBezTo>
                  <a:pt x="7901" y="3411"/>
                  <a:pt x="7791" y="2876"/>
                  <a:pt x="7574" y="2381"/>
                </a:cubicBezTo>
                <a:cubicBezTo>
                  <a:pt x="6966" y="982"/>
                  <a:pt x="5571" y="0"/>
                  <a:pt x="39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357030" y="2022281"/>
            <a:ext cx="1684889" cy="844748"/>
          </a:xfrm>
          <a:custGeom>
            <a:rect b="b" l="l" r="r" t="t"/>
            <a:pathLst>
              <a:path extrusionOk="0" h="3964" w="7910">
                <a:moveTo>
                  <a:pt x="3958" y="0"/>
                </a:moveTo>
                <a:cubicBezTo>
                  <a:pt x="3954" y="0"/>
                  <a:pt x="3950" y="0"/>
                  <a:pt x="3946" y="0"/>
                </a:cubicBezTo>
                <a:cubicBezTo>
                  <a:pt x="1768" y="6"/>
                  <a:pt x="0" y="1784"/>
                  <a:pt x="6" y="3963"/>
                </a:cubicBezTo>
                <a:lnTo>
                  <a:pt x="661" y="3962"/>
                </a:lnTo>
                <a:cubicBezTo>
                  <a:pt x="657" y="2144"/>
                  <a:pt x="2131" y="661"/>
                  <a:pt x="3947" y="655"/>
                </a:cubicBezTo>
                <a:cubicBezTo>
                  <a:pt x="3951" y="655"/>
                  <a:pt x="3955" y="655"/>
                  <a:pt x="3959" y="655"/>
                </a:cubicBezTo>
                <a:cubicBezTo>
                  <a:pt x="5771" y="655"/>
                  <a:pt x="7248" y="2127"/>
                  <a:pt x="7254" y="3939"/>
                </a:cubicBezTo>
                <a:lnTo>
                  <a:pt x="7256" y="3939"/>
                </a:lnTo>
                <a:lnTo>
                  <a:pt x="7909" y="3938"/>
                </a:lnTo>
                <a:cubicBezTo>
                  <a:pt x="7907" y="3398"/>
                  <a:pt x="7795" y="2863"/>
                  <a:pt x="7578" y="2368"/>
                </a:cubicBezTo>
                <a:cubicBezTo>
                  <a:pt x="6966" y="976"/>
                  <a:pt x="5573" y="0"/>
                  <a:pt x="395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903003" y="2841236"/>
            <a:ext cx="1683611" cy="841978"/>
          </a:xfrm>
          <a:custGeom>
            <a:rect b="b" l="l" r="r" t="t"/>
            <a:pathLst>
              <a:path extrusionOk="0" h="3951" w="7904">
                <a:moveTo>
                  <a:pt x="1" y="0"/>
                </a:moveTo>
                <a:cubicBezTo>
                  <a:pt x="1" y="540"/>
                  <a:pt x="111" y="1075"/>
                  <a:pt x="328" y="1571"/>
                </a:cubicBezTo>
                <a:cubicBezTo>
                  <a:pt x="938" y="2971"/>
                  <a:pt x="2332" y="3951"/>
                  <a:pt x="3953" y="3951"/>
                </a:cubicBezTo>
                <a:cubicBezTo>
                  <a:pt x="5574" y="3951"/>
                  <a:pt x="6967" y="2971"/>
                  <a:pt x="7575" y="1573"/>
                </a:cubicBezTo>
                <a:cubicBezTo>
                  <a:pt x="7791" y="1076"/>
                  <a:pt x="7903" y="541"/>
                  <a:pt x="7903" y="0"/>
                </a:cubicBezTo>
                <a:lnTo>
                  <a:pt x="7249" y="0"/>
                </a:lnTo>
                <a:cubicBezTo>
                  <a:pt x="7249" y="1818"/>
                  <a:pt x="5770" y="3296"/>
                  <a:pt x="3953" y="3296"/>
                </a:cubicBezTo>
                <a:cubicBezTo>
                  <a:pt x="2135" y="3296"/>
                  <a:pt x="657" y="1818"/>
                  <a:pt x="6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622405" y="2286676"/>
            <a:ext cx="1154100" cy="1154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3167528" y="2286676"/>
            <a:ext cx="1133400" cy="1154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711675" y="2286676"/>
            <a:ext cx="1154100" cy="1154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256074" y="2286676"/>
            <a:ext cx="1154100" cy="1154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3800" y="4448261"/>
            <a:ext cx="695238" cy="6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8020" y="4601928"/>
            <a:ext cx="1995773" cy="3879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6"/>
          <p:cNvGrpSpPr/>
          <p:nvPr/>
        </p:nvGrpSpPr>
        <p:grpSpPr>
          <a:xfrm>
            <a:off x="1851852" y="2537786"/>
            <a:ext cx="695251" cy="612290"/>
            <a:chOff x="-59869425" y="4102225"/>
            <a:chExt cx="319025" cy="315175"/>
          </a:xfrm>
        </p:grpSpPr>
        <p:sp>
          <p:nvSpPr>
            <p:cNvPr id="232" name="Google Shape;232;p6"/>
            <p:cNvSpPr/>
            <p:nvPr/>
          </p:nvSpPr>
          <p:spPr>
            <a:xfrm>
              <a:off x="-59869425" y="4102225"/>
              <a:ext cx="149675" cy="256825"/>
            </a:xfrm>
            <a:custGeom>
              <a:rect b="b" l="l" r="r" t="t"/>
              <a:pathLst>
                <a:path extrusionOk="0" h="10273" w="5987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rgbClr val="4693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-59811125" y="4322075"/>
              <a:ext cx="201650" cy="95325"/>
            </a:xfrm>
            <a:custGeom>
              <a:rect b="b" l="l" r="r" t="t"/>
              <a:pathLst>
                <a:path extrusionOk="0" h="3813" w="8066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rgbClr val="4693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-59700075" y="4102225"/>
              <a:ext cx="149675" cy="256525"/>
            </a:xfrm>
            <a:custGeom>
              <a:rect b="b" l="l" r="r" t="t"/>
              <a:pathLst>
                <a:path extrusionOk="0" h="10261" w="5987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rgbClr val="4693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-59742600" y="4187375"/>
              <a:ext cx="63025" cy="144950"/>
            </a:xfrm>
            <a:custGeom>
              <a:rect b="b" l="l" r="r" t="t"/>
              <a:pathLst>
                <a:path extrusionOk="0" h="5798" w="2521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rgbClr val="4693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6"/>
          <p:cNvGrpSpPr/>
          <p:nvPr/>
        </p:nvGrpSpPr>
        <p:grpSpPr>
          <a:xfrm>
            <a:off x="3429340" y="2537783"/>
            <a:ext cx="630516" cy="612303"/>
            <a:chOff x="3271200" y="1435075"/>
            <a:chExt cx="481825" cy="481825"/>
          </a:xfrm>
        </p:grpSpPr>
        <p:sp>
          <p:nvSpPr>
            <p:cNvPr id="237" name="Google Shape;237;p6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3B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3B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6549538" y="2506369"/>
            <a:ext cx="630505" cy="675104"/>
            <a:chOff x="-34405525" y="3558075"/>
            <a:chExt cx="292225" cy="293600"/>
          </a:xfrm>
        </p:grpSpPr>
        <p:sp>
          <p:nvSpPr>
            <p:cNvPr id="240" name="Google Shape;240;p6"/>
            <p:cNvSpPr/>
            <p:nvPr/>
          </p:nvSpPr>
          <p:spPr>
            <a:xfrm>
              <a:off x="-34303150" y="3663825"/>
              <a:ext cx="189850" cy="187850"/>
            </a:xfrm>
            <a:custGeom>
              <a:rect b="b" l="l" r="r" t="t"/>
              <a:pathLst>
                <a:path extrusionOk="0" h="7514" w="7594">
                  <a:moveTo>
                    <a:pt x="5487" y="0"/>
                  </a:moveTo>
                  <a:cubicBezTo>
                    <a:pt x="5380" y="0"/>
                    <a:pt x="5278" y="8"/>
                    <a:pt x="5168" y="24"/>
                  </a:cubicBezTo>
                  <a:cubicBezTo>
                    <a:pt x="4349" y="181"/>
                    <a:pt x="3656" y="843"/>
                    <a:pt x="3561" y="1630"/>
                  </a:cubicBezTo>
                  <a:cubicBezTo>
                    <a:pt x="3467" y="2198"/>
                    <a:pt x="3561" y="2513"/>
                    <a:pt x="3719" y="2891"/>
                  </a:cubicBezTo>
                  <a:lnTo>
                    <a:pt x="285" y="6325"/>
                  </a:lnTo>
                  <a:cubicBezTo>
                    <a:pt x="1" y="6608"/>
                    <a:pt x="1" y="7049"/>
                    <a:pt x="285" y="7301"/>
                  </a:cubicBezTo>
                  <a:cubicBezTo>
                    <a:pt x="426" y="7443"/>
                    <a:pt x="600" y="7514"/>
                    <a:pt x="773" y="7514"/>
                  </a:cubicBezTo>
                  <a:cubicBezTo>
                    <a:pt x="946" y="7514"/>
                    <a:pt x="1119" y="7443"/>
                    <a:pt x="1261" y="7301"/>
                  </a:cubicBezTo>
                  <a:lnTo>
                    <a:pt x="4695" y="3899"/>
                  </a:lnTo>
                  <a:cubicBezTo>
                    <a:pt x="5022" y="4016"/>
                    <a:pt x="5280" y="4080"/>
                    <a:pt x="5597" y="4080"/>
                  </a:cubicBezTo>
                  <a:cubicBezTo>
                    <a:pt x="5708" y="4080"/>
                    <a:pt x="5825" y="4073"/>
                    <a:pt x="5955" y="4056"/>
                  </a:cubicBezTo>
                  <a:cubicBezTo>
                    <a:pt x="6775" y="3899"/>
                    <a:pt x="7436" y="3206"/>
                    <a:pt x="7562" y="2418"/>
                  </a:cubicBezTo>
                  <a:cubicBezTo>
                    <a:pt x="7594" y="2198"/>
                    <a:pt x="7594" y="1945"/>
                    <a:pt x="7562" y="1756"/>
                  </a:cubicBezTo>
                  <a:cubicBezTo>
                    <a:pt x="7562" y="1630"/>
                    <a:pt x="7436" y="1504"/>
                    <a:pt x="7310" y="1473"/>
                  </a:cubicBezTo>
                  <a:cubicBezTo>
                    <a:pt x="7287" y="1465"/>
                    <a:pt x="7259" y="1461"/>
                    <a:pt x="7229" y="1461"/>
                  </a:cubicBezTo>
                  <a:cubicBezTo>
                    <a:pt x="7141" y="1461"/>
                    <a:pt x="7034" y="1497"/>
                    <a:pt x="6964" y="1567"/>
                  </a:cubicBezTo>
                  <a:lnTo>
                    <a:pt x="6491" y="2040"/>
                  </a:lnTo>
                  <a:cubicBezTo>
                    <a:pt x="6365" y="2166"/>
                    <a:pt x="6192" y="2229"/>
                    <a:pt x="6014" y="2229"/>
                  </a:cubicBezTo>
                  <a:cubicBezTo>
                    <a:pt x="5837" y="2229"/>
                    <a:pt x="5656" y="2166"/>
                    <a:pt x="5514" y="2040"/>
                  </a:cubicBezTo>
                  <a:cubicBezTo>
                    <a:pt x="5231" y="1756"/>
                    <a:pt x="5231" y="1315"/>
                    <a:pt x="5514" y="1032"/>
                  </a:cubicBezTo>
                  <a:lnTo>
                    <a:pt x="6018" y="622"/>
                  </a:lnTo>
                  <a:cubicBezTo>
                    <a:pt x="6113" y="528"/>
                    <a:pt x="6144" y="370"/>
                    <a:pt x="6113" y="276"/>
                  </a:cubicBezTo>
                  <a:cubicBezTo>
                    <a:pt x="6050" y="150"/>
                    <a:pt x="5955" y="55"/>
                    <a:pt x="5829" y="24"/>
                  </a:cubicBezTo>
                  <a:cubicBezTo>
                    <a:pt x="5703" y="8"/>
                    <a:pt x="5593" y="0"/>
                    <a:pt x="5487" y="0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-34250375" y="3565950"/>
              <a:ext cx="46500" cy="46500"/>
            </a:xfrm>
            <a:custGeom>
              <a:rect b="b" l="l" r="r" t="t"/>
              <a:pathLst>
                <a:path extrusionOk="0" h="1860" w="1860">
                  <a:moveTo>
                    <a:pt x="1" y="1"/>
                  </a:moveTo>
                  <a:lnTo>
                    <a:pt x="1" y="1859"/>
                  </a:lnTo>
                  <a:lnTo>
                    <a:pt x="1860" y="18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-34405525" y="3558075"/>
              <a:ext cx="206375" cy="276475"/>
            </a:xfrm>
            <a:custGeom>
              <a:rect b="b" l="l" r="r" t="t"/>
              <a:pathLst>
                <a:path extrusionOk="0" h="11059" w="8255">
                  <a:moveTo>
                    <a:pt x="3812" y="1450"/>
                  </a:moveTo>
                  <a:cubicBezTo>
                    <a:pt x="4001" y="1450"/>
                    <a:pt x="4159" y="1607"/>
                    <a:pt x="4159" y="1796"/>
                  </a:cubicBezTo>
                  <a:cubicBezTo>
                    <a:pt x="4159" y="2017"/>
                    <a:pt x="4001" y="2174"/>
                    <a:pt x="3812" y="2174"/>
                  </a:cubicBezTo>
                  <a:cubicBezTo>
                    <a:pt x="3623" y="2174"/>
                    <a:pt x="3466" y="2017"/>
                    <a:pt x="3466" y="1796"/>
                  </a:cubicBezTo>
                  <a:cubicBezTo>
                    <a:pt x="3466" y="1607"/>
                    <a:pt x="3623" y="1450"/>
                    <a:pt x="3812" y="1450"/>
                  </a:cubicBezTo>
                  <a:close/>
                  <a:moveTo>
                    <a:pt x="3812" y="2836"/>
                  </a:moveTo>
                  <a:cubicBezTo>
                    <a:pt x="4001" y="2836"/>
                    <a:pt x="4159" y="2993"/>
                    <a:pt x="4159" y="3183"/>
                  </a:cubicBezTo>
                  <a:lnTo>
                    <a:pt x="4159" y="5293"/>
                  </a:lnTo>
                  <a:cubicBezTo>
                    <a:pt x="4159" y="5482"/>
                    <a:pt x="4001" y="5640"/>
                    <a:pt x="3812" y="5640"/>
                  </a:cubicBezTo>
                  <a:cubicBezTo>
                    <a:pt x="3623" y="5640"/>
                    <a:pt x="3466" y="5482"/>
                    <a:pt x="3466" y="5293"/>
                  </a:cubicBezTo>
                  <a:lnTo>
                    <a:pt x="3466" y="3183"/>
                  </a:lnTo>
                  <a:cubicBezTo>
                    <a:pt x="3466" y="2993"/>
                    <a:pt x="3623" y="2836"/>
                    <a:pt x="3812" y="2836"/>
                  </a:cubicBezTo>
                  <a:close/>
                  <a:moveTo>
                    <a:pt x="5860" y="6301"/>
                  </a:moveTo>
                  <a:cubicBezTo>
                    <a:pt x="6049" y="6301"/>
                    <a:pt x="6207" y="6459"/>
                    <a:pt x="6207" y="6648"/>
                  </a:cubicBezTo>
                  <a:cubicBezTo>
                    <a:pt x="6207" y="6837"/>
                    <a:pt x="6049" y="6995"/>
                    <a:pt x="5860" y="6995"/>
                  </a:cubicBezTo>
                  <a:lnTo>
                    <a:pt x="1733" y="6995"/>
                  </a:lnTo>
                  <a:cubicBezTo>
                    <a:pt x="1544" y="6995"/>
                    <a:pt x="1387" y="6837"/>
                    <a:pt x="1387" y="6648"/>
                  </a:cubicBezTo>
                  <a:cubicBezTo>
                    <a:pt x="1387" y="6459"/>
                    <a:pt x="1544" y="6301"/>
                    <a:pt x="1733" y="6301"/>
                  </a:cubicBezTo>
                  <a:close/>
                  <a:moveTo>
                    <a:pt x="4537" y="7688"/>
                  </a:moveTo>
                  <a:cubicBezTo>
                    <a:pt x="4726" y="7688"/>
                    <a:pt x="4884" y="7845"/>
                    <a:pt x="4884" y="8034"/>
                  </a:cubicBezTo>
                  <a:cubicBezTo>
                    <a:pt x="4884" y="8223"/>
                    <a:pt x="4726" y="8381"/>
                    <a:pt x="4537" y="8381"/>
                  </a:cubicBezTo>
                  <a:lnTo>
                    <a:pt x="1733" y="8381"/>
                  </a:lnTo>
                  <a:cubicBezTo>
                    <a:pt x="1544" y="8381"/>
                    <a:pt x="1387" y="8223"/>
                    <a:pt x="1387" y="8034"/>
                  </a:cubicBezTo>
                  <a:cubicBezTo>
                    <a:pt x="1387" y="7845"/>
                    <a:pt x="1544" y="7688"/>
                    <a:pt x="1733" y="768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681"/>
                  </a:lnTo>
                  <a:cubicBezTo>
                    <a:pt x="0" y="10964"/>
                    <a:pt x="158" y="11059"/>
                    <a:pt x="347" y="11059"/>
                  </a:cubicBezTo>
                  <a:lnTo>
                    <a:pt x="3466" y="11059"/>
                  </a:lnTo>
                  <a:cubicBezTo>
                    <a:pt x="3466" y="10712"/>
                    <a:pt x="3592" y="10366"/>
                    <a:pt x="3844" y="10082"/>
                  </a:cubicBezTo>
                  <a:lnTo>
                    <a:pt x="4254" y="9704"/>
                  </a:lnTo>
                  <a:lnTo>
                    <a:pt x="1702" y="9704"/>
                  </a:lnTo>
                  <a:cubicBezTo>
                    <a:pt x="1481" y="9704"/>
                    <a:pt x="1324" y="9546"/>
                    <a:pt x="1324" y="9326"/>
                  </a:cubicBezTo>
                  <a:cubicBezTo>
                    <a:pt x="1324" y="9137"/>
                    <a:pt x="1481" y="8979"/>
                    <a:pt x="1702" y="8979"/>
                  </a:cubicBezTo>
                  <a:lnTo>
                    <a:pt x="4915" y="8979"/>
                  </a:lnTo>
                  <a:lnTo>
                    <a:pt x="6963" y="6932"/>
                  </a:lnTo>
                  <a:cubicBezTo>
                    <a:pt x="6900" y="6585"/>
                    <a:pt x="6805" y="6238"/>
                    <a:pt x="6931" y="5703"/>
                  </a:cubicBezTo>
                  <a:cubicBezTo>
                    <a:pt x="7089" y="4915"/>
                    <a:pt x="7562" y="4254"/>
                    <a:pt x="8255" y="3876"/>
                  </a:cubicBezTo>
                  <a:lnTo>
                    <a:pt x="8255" y="2773"/>
                  </a:lnTo>
                  <a:lnTo>
                    <a:pt x="5860" y="2773"/>
                  </a:lnTo>
                  <a:cubicBezTo>
                    <a:pt x="5671" y="2773"/>
                    <a:pt x="5514" y="2615"/>
                    <a:pt x="5514" y="2395"/>
                  </a:cubicBezTo>
                  <a:lnTo>
                    <a:pt x="5514" y="1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6"/>
          <p:cNvGrpSpPr/>
          <p:nvPr/>
        </p:nvGrpSpPr>
        <p:grpSpPr>
          <a:xfrm>
            <a:off x="5069724" y="2555307"/>
            <a:ext cx="546338" cy="572703"/>
            <a:chOff x="-6690625" y="3631325"/>
            <a:chExt cx="307225" cy="292225"/>
          </a:xfrm>
        </p:grpSpPr>
        <p:sp>
          <p:nvSpPr>
            <p:cNvPr id="244" name="Google Shape;244;p6"/>
            <p:cNvSpPr/>
            <p:nvPr/>
          </p:nvSpPr>
          <p:spPr>
            <a:xfrm>
              <a:off x="-6690625" y="3631325"/>
              <a:ext cx="222925" cy="292225"/>
            </a:xfrm>
            <a:custGeom>
              <a:rect b="b" l="l" r="r" t="t"/>
              <a:pathLst>
                <a:path extrusionOk="0" h="11689" w="8917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-6604350" y="3832175"/>
              <a:ext cx="58675" cy="56550"/>
            </a:xfrm>
            <a:custGeom>
              <a:rect b="b" l="l" r="r" t="t"/>
              <a:pathLst>
                <a:path extrusionOk="0" h="2262" w="2347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-6470875" y="3684775"/>
              <a:ext cx="87475" cy="71800"/>
            </a:xfrm>
            <a:custGeom>
              <a:rect b="b" l="l" r="r" t="t"/>
              <a:pathLst>
                <a:path extrusionOk="0" h="2872" w="3499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-6578775" y="3721900"/>
              <a:ext cx="143375" cy="143375"/>
            </a:xfrm>
            <a:custGeom>
              <a:rect b="b" l="l" r="r" t="t"/>
              <a:pathLst>
                <a:path extrusionOk="0" h="5735" w="5735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-6685100" y="3636850"/>
              <a:ext cx="47275" cy="46475"/>
            </a:xfrm>
            <a:custGeom>
              <a:rect b="b" l="l" r="r" t="t"/>
              <a:pathLst>
                <a:path extrusionOk="0" h="1859" w="1891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"/>
          <p:cNvSpPr txBox="1"/>
          <p:nvPr>
            <p:ph idx="1" type="body"/>
          </p:nvPr>
        </p:nvSpPr>
        <p:spPr>
          <a:xfrm>
            <a:off x="3933372" y="4633698"/>
            <a:ext cx="5003371" cy="475894"/>
          </a:xfrm>
          <a:prstGeom prst="rect">
            <a:avLst/>
          </a:prstGeom>
          <a:solidFill>
            <a:srgbClr val="C1DAE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Contacto: EmpresaMas@gmail.com</a:t>
            </a:r>
            <a:endParaRPr sz="2000">
              <a:solidFill>
                <a:srgbClr val="17171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4" name="Google Shape;2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3689" y="4448261"/>
            <a:ext cx="695239" cy="69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009" y="4652728"/>
            <a:ext cx="1995773" cy="38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quatic and Physical Therapy Center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Neko-chan</dc:creator>
</cp:coreProperties>
</file>